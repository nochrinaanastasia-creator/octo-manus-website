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Octo Manus - Italian Website Copy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Navigation &amp; Buttons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Nav About: Chi Siamo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Nav Services: Servizi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Nav Industries: Settori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Nav Contact: Contatti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CTA Book Call: Prenota una Chiamata Strategica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CTA Explore: Scopri i Servizi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Home Page - Hero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Trasforma il Lavoro Manuale in Sistemi Intelligenti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Subtitle: IA costruita per il modo in cui la tua azienda opera davvero.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Body: Aiutiamo le piccole e medie imprese a usare l'IA dove conta davvero: amministrazione ripetitiva, reportistica operativa, assistenza clienti, follow-up con fornitori, contenuti di prodotto e coordinamento dei flussi di lavoro. Consigliamo, progettiamo e costruiamo sistemi IA pratici attorno alle tue operazioni esistenti — senza che il tuo team debba diventare tecnico o assumere un reparto ingegneristico interno.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CTA: Pronta a smettere di fare manualmente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quello che l'IA può fare per 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Button: Parliamoci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Home Page - Services Highlights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Consulenza IA: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Prima di spendere un solo euro in strumenti di IA, devi sapere quali valgono davvero per la tua azienda. Conduciamo una masterclass di IA personalizzata e costruita attorno alle tue specifiche operazioni — poi restiamo con te per 3 mesi mentre la metti in pratica.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Automazione dei Processi: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Processi manuali, flussi di lavoro basati su copia-incolla, informazioni sparse tra sistemi — progettiamo un'automazione intelligente che elimina l'attrito e restituisce al tuo team le ore che contano.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Agenti IA: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Agenti IA costruiti per i tuoi flussi di lavoro specifici — disponibili tutto il giorno, consistenti nella qualità e progettati per gestire le attività ripetitive ad alto volume, così il tuo team può concentrarsi sulle decisioni che richiedono giudizio umano.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About Page - Intro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Label: La Nostra Storia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L'IA non è magia. Ma i risultati? Quasi.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Body: Octo Manus è stata creata per aiutare le PMI a passare dalla curiosità verso l'IA alla sua implementazione pratica: casi d'uso chiari, flussi di lavoro realistici e strumenti che il tuo team può davvero usare.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About Page - History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Label: La Nostra Storia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Due Professioniste. Una Frustrazione. Troppi Fogli Excel.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P1: Octo Manus è stata fondata a Malta da due professioniste provenienti da aree diverse del business: prodotto, project management e operazioni. Quello che avevamo in comune era semplice: avevamo entrambe visto team perdere ore ogni settimana in report manuali, coordinamento ripetuto, strumenti disconnessi e processi che dipendevano troppo dall'impegno individuale.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P2: Malta era il luogo giusto per dare forma a quell'idea. Mentre il paese investe nell'alfabetizzazione all'IA e rende strumenti avanzati come ChatGPT Plus e Microsoft 365 Personal Copilot più accessibili ai residenti attraverso iniziative nazionali, una cosa diventa chiara: avere accesso all'IA non è più la parte più difficile. Saperla applicare bene all'interno di un'azienda reale, invece, lo è.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Founder 1: Prodotto e Strategia - Con un background nello sviluppo di prodotto e nella pianificazione strategica nei settori della moda, e-commerce e operazioni di magazzino, trasformiamo esigenze aziendali complesse in piani di implementazione strutturati. Definiamo i giusti casi d'uso dell'IA, stabiliamo le priorità, pianifichiamo il rollout e ci assicuriamo che le idee passino dal concetto all'esecuzione senza lasciare il team indietro.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Founder 2: Operazioni e Delivery - Esperta di operazioni, la nostra co-fondatrice operativa sa esattamente dove le aziende perdono tempo, denaro e motivazione. Porta uno sguardo pratico all'implementazione dell'IA — assicurandosi che ogni flusso di lavoro che progettiamo sia uno che il tuo team userà davvero (e ti ringrazierà in silenzio alle 17 del venerdì).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About Page - 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Label: La Nostra Missione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Fai dell'IA il Tuo Collaboratore Più Produttivo.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P1: La nostra missione è democratizzare l'IA per le piccole e medie imprese — guidando le professioniste a lavorare fianco a fianco con sistemi intelligenti che si occupano del ripetitivo, del dispendioso in termini di tempo e, diciamocelo, del noioso.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About Page - Values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L'IA è per Tutti: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Non hai bisogno di una laurea in informatica per trarre vantaggio dall'IA. Noi traduciamo la complessità così tu puoi concentrarti su quello che sai fare meglio: gestire la tua attività.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Prima di Tutto, la Collaborazione: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Non sostituiamo il tuo team — lo estendiamo. Pensa all'IA come a una nuova collega di talento che non dorme mai, non si lamenta mai del lunedì e gestisce le cose noiose con il sorriso.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Praticità Prima dell'Hype: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Saltiamo il bingo delle parole d'ordine. Ogni soluzione che raccomandiamo risolve un problema reale, fa risparmiare ore reali e genera un ritorno reale — altrimenti non la raccomandiamo.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Crescita Senza Attrito: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I nostri flussi di lavoro sono progettati per crescere con te. Inizia da un processo, espanditi in tutta l'azienda. Le piccole vittorie si trasformano in vantaggi competitivi significativi.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Fluenza nel Settore: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Logistica o benessere, supply chain o customer journey — ci immergiamo nel tuo mondo prima di raccomandare un singolo strumento. Il contesto è tutto.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Partnership a Lungo Termine: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Non siamo del tipo "implementiamo e sparisci". Restiamo, iteriamo, miglioriamo. Perché la vera trasformazione non avviene in un unico sprint.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Services Page - Hero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Label: Servizi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Una IA che Funziona Come la Tua Azienda.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Body: Consulenza, automazione e agenti IA — tre servizi, un unico obiettivo: meno lavoro manuale e più output, senza stravolgere il modo in cui il tuo team già opera.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Services Page - Advisory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Headline: Capire l'IA Prima di Investirci.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Sub: Per le aziende che vogliono che il proprio team sia pronto — non lasciato indietro.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Intro: Sapere che esiste l'IA non è la stessa cosa di sapere come usarla. Conduciamo sessioni di formazione pratiche su misura per la tua azienda e i ruoli del tuo team — così quando andiamo via, sanno esattamente quali strumenti usare, come usarli e perché conta.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Discovery Call - Capiamo le tue operazioni, il tuo team e dove si inserisce l'IA.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Masterclass Personalizzata - Una sessione pratica costruita interamente attorno alla tua azienda. Niente slide generiche.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Supporto di 3 Mesi - Guida continua mentre applichi l'IA.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Services Page - Automation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Headline: Meno Lavoro Manuale. Più di Ciò che Conta.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Intro: I processi manuali sono costosi in modi che non compaiono in un foglio di calcolo — tempo, morale, tassi di errore, decisioni ritardate. Identifichiamo i flussi di lavoro pronti per essere automatizzati, costruiamo i sistemi che li sostituiscono e ci assicuriamo che si adattino a come il tuo team lavora davvero. L'obiettivo non è l'automazione in sé. È più capacità per il lavoro che conta.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Discovery Call - Troviamo dove il lavoro manuale sta costando di più alla tua operazione.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Mappatura dei Processi - Documentiamo esattamente come viene fatto, da chi e dove le cose si bloccano.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Costruzione e Integrazione - Selezioniamo gli strumenti giusti, costruiamo le automazioni e le colleghiamo al tuo stack esistente.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Test e Lancio - Eseguiamo ogni automazione su dati reali, risolviamo i casi limite e andiamo live solo quando i risultati sono affidabili.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20h di Supporto Gratuito - 20 ore gratuite in 2 mesi per rispondere a domande, perfezionare il lavoro svolto e assicurarci che l'apprendimento sia consolidato.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Services Page - Agents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Headline: Certo Lavoro Non Ha Bisogno di Aspettare una Persona.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Intro: Un agente IA gestisce un compito specifico — richieste dei clienti, elaborazione dati, reportistica, follow-up con i fornitori — senza intervento umano ad ogni passaggio. Progettiamo agenti che comprendono il contesto del tuo business, operano entro limiti definiti ed escalano agli esseri umani esattamente quando dovrebbero. Output consistente e di alta qualità a una scala che il tuo team non potrebbe mantenere manualmente.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Discovery Call - Identifichiamo il compito, l'ambito e i limiti.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Mappatura Dati e Logica - Gli input, gli output e le decisioni che l'agente deve prendere.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Design dell'Agente - Limiti, tono ed escalation — prima del codice.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Training e Testing - Addestrato sui tuoi dati, testato sui casi limite.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Step: Deploy e Monitoraggio - Attivo, monitorato e pronto per il retraining.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Hero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Label: Settori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L'IA Che Parla la Lingua del Tuo Settore.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Body: Non tutte le aziende funzionano allo stesso modo. Non tutti i settori hanno lo stesso ritmo, le stesse pressioni o la stessa definizione di una giornata produttiva. Per questo le nostre soluzioni IA sono costruite attorno al tuo settore — non attorno a un caso d'uso generico.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Section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Badge: Supply Chain · Logistica · Magazzino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Headline: Quando le operazioni dipendono dai tempi, il coordinamento manuale diventa un rischio.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Sub: AI per team logistici e di supply chain che operano con precisione — non con promesse.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Intro: La tua operazione dipende dalle informazioni. Quando questi dati sono frammentati su piattaforme diverse, caselle di posta e relazioni con i fornitori, il costo si vede nei ritardi e nelle decisioni prese senza il quadro completo. Costruiamo sistemi AI che danno al tuo team visibilità e reattività — non soluzioni provvisorie.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CTA: Raccontaci il tuo processo di reporting attuale — è lì che troviamo solitamente le opportunità più immediate.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Section 1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Pains: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La domanda supera le previsioni: I cambiamenti stagionali e le fluttuazioni del mercato lasciano gli acquisti in reazione — con posizioni di inventario non desiderate.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 ritardi dei fornitori arrivano tardi: Quando un'interruzione viene confermata, il cliente si aspetta già la consegna. Questo divario erode la fiducia nei fornitori.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Il reporting consuma ore preziose: I dati esistono. Sono distribuiti su piattaforme, fogli di calcolo e caselle di posta — assemblarli richiede ore che non ci sono.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Gli errori manuali si moltiplicano: Ogni reinserimento manuale è un rischio. Nella supply chain, gli errori piccoli non rimangono piccoli.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Solutions: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Previsione della Domanda: Modelli AI costruiti sui tuoi dati storici, pattern stagionali e lead time dei fornitori — per decisioni di acquisto con una base reale.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Agenti per i Fornitori: Sequenze automatizzate che tracciano gli impegni, inseguono gli aggiornamenti e segnalano i ritardi senza gestire manualmente le email.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7223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Reporting Automatizzato: Report generati, formattati e consegnati puntualmente — senza recupero manuale dei dati e senza fretta del venerdì pomeriggio.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7955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Sincronizzazione Dati: Monitoraggio cross-platform con rilevamento anomalie che segnala le incongruenze prima che degenerino in problemi più grandi.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Section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Badge: Retail · E-commerce · Moda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Headline: Il tuo catalogo cresce. Il tuo venerdì sera non dovrebbe sparirci dentro.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Sub: AI per retailer, brand e-commerce e moda che devono muoversi velocemente — senza gli errori che accompagnano la velocità.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Intro: Nel retail la velocità conta — ogni giorno in cui un prodotto non è online o non è elencato correttamente è margine perso. Il problema non è il tuo team. È che troppo del loro tempo va in lavoro che non richiede giudizio umano. Automatizziamo lo strato operativo perché l'attenzione vada dove deve.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CTA: Se il tuo team passa i venerdì sera ad aggiornare le schede prodotto, questo è il primo problema che affronteremmo.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Section 2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Pains: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 contenuti rallentano il lancio: Scrivere schede prodotto per centinaia di SKU è lento e soggetto a errori. I ritardi costano ricavi ogni giorno in cui il prodotto non è online.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 picchi di volume sommergono il supporto: I giorni di lancio e gli eventi di saldo sono quando i clienti hanno più domande. Il tempo di risposta influisce direttamente sulla conversione.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 dati di reso vengono sprecati: I pattern di reso — taglie, prodotti, motivi — contengono dati preziosi che quasi nessun team cattura e analizza.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L'inventario si gestisce a istinto: Senza previsioni della domanda, profondità d'acquisto e timing dei ribassi sono ipotesi ragionate. Nella moda, sbagliare ha un costo significativo.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Solutions: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Contenuti Prodotto su Scala: Descrizioni, titoli, metadati SEO e guide taglie scritti con la voce del tuo brand — per tutti gli SKU necessari, con qualità costante.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Agenti Customer Service AI: Agenti formati sul brand, attivi 24/7, che gestiscono le richieste, scalano i casi complessi e riducono i tempi di risposta.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7223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Intelligence sui Resi: Elaborazione resi strutturata con acquisizione automatica dei dati — che alimenta le decisioni di acquisto, non solo il magazzino.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7955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Previsioni Domanda e Inventario: Monitoraggio sell-through e raccomandazioni di riordino basati sui tuoi dati di vendita reali — piani, non sensazioni.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Section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Badge: Beauty · Wellness · Servizi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Headline: I tuoi clienti vengono per l'esperienza. Lascia che l'AI gestisca il resto.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Sub: AI per saloni, spa, cliniche e business wellness che vogliono crescere — senza che l'amministrazione cresca con loro.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Intro: Il tuo business è costruito sulla presenza — essere completamente presente con chiunque sia in sala. Il problema è che il prima e il dopo di ogni appuntamento creano un flusso costante di attività che compete con questa attenzione. Costruiamo i sistemi che le gestiscono al posto tuo.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CTA: Raccontaci cosa occupa più tempo al tuo team che non è direttamente a contatto con i clienti. Da lì partiamo.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Industries Page - Section 3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Pains: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 no-show hanno un costo reale: Un appuntamento mancato è fatturato perso e una giornata stravolta. Su scala, i tassi di no-show diventano silenziosamente uno dei maggiori costi operativi.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Il follow-up si perde quando sei occupato: I promemoria di riprenotazione e i check-in post-appuntamento migliorano la fidelizzazione — ma solo se avvengono con costanza. Le settimane intense impediscono che accada.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L'accoglienza è ancora troppo lenta: Moduli cartacei, domande ripetute, preferenze non portate avanti. L'esperienza del cliente inizia prima dell'appuntamento — e così la prima impressione.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 contenuti sottraggono tempo ai clienti: Una presenza social costante conta per l'acquisizione. Crearla bene richiede ore che competono direttamente con le prenotazioni e il riposo.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Solutions: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Automazione Prenotazioni e Promemoria: Messaggi di conferma, promemoria pre-appuntamento e follow-up post-visita che funzionano senza sforzo manuale — riducendo i no-show.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Workflow per la Fidelizzazione: Promemoria di riprenotazione personalizzati e touchpoint loyalty calibrati sui pattern reali dei tuoi clienti — non intervalli generici.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7223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Check-in Digitale e Archivio: Preferenze, anamnesi e consenso dei clienti acquisiti digitalmente prima dell'appuntamento — ricercabili, coerenti e pronti quando servono.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7955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Pianificazione dei Contenuti: Post redatti con il tuo tono e la tua estetica, programmati e pubblicati con regolarità — senza che le serate spariscano nella creazione di contenuti.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Contact 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Title: Parliamo del Tuo Business.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Body: Nessun discorso, nessuna pressione. Raccontaci su cosa stai lavorando e cosa vorresti cambiare — ti rispondiamo entro 1 giorno lavorativo.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Reassurances: Risposta entro 1 giorno lavorativo, Nessuna chiamata di vendita salvo che tu la voglia, La prima chiamata è una valutazione gratuita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Contact Form Fields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Name: Il tuo nome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Email: Indirizzo email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Company: Nome dell'azienda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Industry: Settore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Submit: Invia Richiesta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Success: Messaggio ricevuto.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Footer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Tagline: Niente fronzoli. Nessuna complessità. Solo IA che lavora davvero per 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Company: Azienda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Services: Servizi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Get In Touch: Contattaci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Slogan: Consulenza IA pratica per aziende che operano nel mondo reale, non nella teoria.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2026-06-06T16:57:27Z</dcterms:created>
  <dcterms:modified xsi:type="dcterms:W3CDTF">2026-06-06T16:57:27Z</dcterms:modified>
</cp:coreProperties>
</file>